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AF80DA-E7AC-303B-B5EB-F6FC6CBB4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7CEB46D-87FC-1C45-1B4E-EF0038718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B80EB34-667C-6A8B-F9D0-688D66394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A3BB22-5E5B-FE93-06D7-AC65BF4C7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2E3402-0805-E8AD-777E-4B77CEAB9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7783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572BE5-C582-210A-624C-9ECABE3F0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25FF2D-F2E6-2F32-007F-436400539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B84C21-C439-1853-F3F3-D179C6CCA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0FA8F8-CFD1-0A1D-33D2-0825D9CB0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A4BDDD-0BE6-72EE-D961-6BB41953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6435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7DC769-A06A-2E43-03EC-0EC9B458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7429A89-649B-2F64-3217-13190A1CD2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7BF6B2-5922-C5DB-3CEC-639F1C75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149FEDF-7D0B-B79A-11EF-AFE0F946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A237EE8-F388-3286-8882-5017C2746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992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3C96F35-78E4-91F5-2376-AA5594E3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836285-3A8C-D778-14B5-6C6734738F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8B3B645-995D-1328-1B72-A561C5799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537A7F-1CFC-CA91-2034-ECAD3EB25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CC1F8D-DE06-5933-C593-F25A2927C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B9F63A5-8516-23C6-5BE3-FEC475764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3528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5FAF86-7494-F2E6-EA82-A9CD46F49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B3CFF2-AF2B-9431-0C11-92A13FC97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6E8227F-A433-3D05-CF75-EF38FC07A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2ABE44A-86D5-029B-8E14-E1AC92904C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0EC78AA-041C-6A11-0F8D-A6CE9235D6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C8F8C3C-DC14-268B-54F6-B80E99E9D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2F20F1C-B777-85C0-624C-743AA0889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70FA6DD-B6B3-210D-34E6-B8792F4F3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73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BC71DE-2BC9-EDFF-0488-6A2F2089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913391D-921E-B357-A808-531176051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A50298E-6805-C75D-75C7-BFAC36D58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B0D1A26-AA9F-987A-FCF8-BF876DF50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008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3BD66B0-7C4B-88F4-9FD1-5F4ACC05B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127300E-1A14-885E-85B5-D7D9FF47A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4148E4-47CA-EFCA-1940-E811738C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4566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474FC2-CC9C-1C6F-29A2-6340B5C82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B73338F-78FA-E123-1CA4-EBA27AF09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69FEB74-70F8-73B6-FD6E-FAFCF9F27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89FE917-495B-8B7E-B771-D56B0A3B2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68E2CAF-ABBD-5356-90AB-3B6DD658B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86FEB0A-D62C-481F-4E82-C5E7BB01B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5560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9B2E11-2E6C-BB3D-B616-F898F8409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C7BBF44-47E9-BB1B-CE36-DC332D168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DDDC1E8-F42C-40D8-3608-DA2D3CE385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6D67020-D2E4-0A59-9BA5-16D1EA148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D519BC-99C4-A22E-C55E-D7B0F528C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767B02-DD42-C7F5-7C43-10650818C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972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A5F11B-058D-6EDB-B108-2A32C6EC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77EF346-66D1-DB52-0FAB-8C94E074C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9D44F7-C3E4-B288-823B-4A6C2233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C648DF1-2592-07F3-CBB5-B0EE3319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375283-B561-805E-4246-6B7A235E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6757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2C80A56-B2ED-1DB3-06DE-0E4FD420FD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08682BB-FFB0-8E8F-88DD-5630ABB8C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05EAAA-363C-E382-1789-0ACFAB017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D74FE57-FEDA-95AB-62E3-3DC4C97DE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EB482C0-688F-7657-2939-DAD19F571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414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B467C72-7C4F-EDDE-1585-5BEFB7E7A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528D4E2-729A-4F42-ED6A-E2BB2667E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3FD761-ED9C-4D0E-9698-D0CBE1479A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2CF13-C426-413F-BD44-16B2C59C92CA}" type="datetimeFigureOut">
              <a:rPr lang="zh-TW" altLang="en-US" smtClean="0"/>
              <a:t>2024/5/13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61AA798-9067-FEBA-3910-88112EAF42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6A3049A-C922-FD65-5BFA-FA044C4ED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694E8C-92E4-4D78-96D1-008A41DBCA7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9883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6DCD40-9900-1686-A6BD-32BFB7D4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desktop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795226-BE5C-4A9E-3CBC-ED6230E4F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TW" dirty="0"/>
              <a:t>800px~max</a:t>
            </a:r>
            <a:r>
              <a:rPr lang="zh-TW" altLang="en-US" dirty="0"/>
              <a:t>：</a:t>
            </a:r>
            <a:r>
              <a:rPr lang="en-US" altLang="zh-TW" dirty="0"/>
              <a:t>desktop</a:t>
            </a:r>
            <a:r>
              <a:rPr lang="zh-TW" altLang="en-US" dirty="0"/>
              <a:t>版</a:t>
            </a:r>
            <a:endParaRPr lang="en-US" altLang="zh-TW" dirty="0"/>
          </a:p>
          <a:p>
            <a:r>
              <a:rPr lang="zh-TW" altLang="en-US" dirty="0"/>
              <a:t>因設計稿文字有小數點故</a:t>
            </a:r>
            <a:endParaRPr lang="en-US" altLang="zh-TW" dirty="0"/>
          </a:p>
          <a:p>
            <a:r>
              <a:rPr lang="zh-TW" altLang="en-US" dirty="0"/>
              <a:t>建議一般文字改</a:t>
            </a:r>
            <a:r>
              <a:rPr lang="en-US" altLang="zh-TW" dirty="0"/>
              <a:t>14PX</a:t>
            </a:r>
          </a:p>
          <a:p>
            <a:r>
              <a:rPr lang="zh-TW" altLang="en-US" dirty="0"/>
              <a:t>藍大標改</a:t>
            </a:r>
            <a:r>
              <a:rPr lang="en-US" altLang="zh-TW" dirty="0"/>
              <a:t>16PX</a:t>
            </a:r>
          </a:p>
          <a:p>
            <a:r>
              <a:rPr lang="en-US" altLang="zh-TW" dirty="0"/>
              <a:t>H1</a:t>
            </a:r>
            <a:r>
              <a:rPr lang="zh-TW" altLang="en-US" dirty="0"/>
              <a:t>：永豐銀行專案薪轉公司</a:t>
            </a:r>
            <a:endParaRPr lang="en-US" altLang="zh-TW" dirty="0"/>
          </a:p>
          <a:p>
            <a:r>
              <a:rPr lang="en-US" altLang="zh-TW" dirty="0"/>
              <a:t>H2</a:t>
            </a:r>
            <a:r>
              <a:rPr lang="zh-TW" altLang="en-US" dirty="0"/>
              <a:t>：員工家屬同享薪專優惠</a:t>
            </a:r>
            <a:endParaRPr lang="en-US" altLang="zh-TW" dirty="0"/>
          </a:p>
          <a:p>
            <a:r>
              <a:rPr lang="en-US" altLang="zh-TW" dirty="0"/>
              <a:t>H3</a:t>
            </a:r>
            <a:r>
              <a:rPr lang="zh-TW" altLang="en-US" dirty="0"/>
              <a:t>：標格大藍標</a:t>
            </a:r>
            <a:endParaRPr lang="en-US" altLang="zh-TW" dirty="0"/>
          </a:p>
          <a:p>
            <a:r>
              <a:rPr lang="en-US" altLang="zh-TW" dirty="0"/>
              <a:t>H2</a:t>
            </a:r>
            <a:r>
              <a:rPr lang="zh-TW" altLang="en-US" dirty="0"/>
              <a:t>：申請方式</a:t>
            </a:r>
            <a:endParaRPr lang="en-US" altLang="zh-TW" dirty="0"/>
          </a:p>
          <a:p>
            <a:r>
              <a:rPr lang="en-US" altLang="zh-TW" dirty="0"/>
              <a:t>H3</a:t>
            </a:r>
            <a:r>
              <a:rPr lang="zh-TW" altLang="en-US" dirty="0"/>
              <a:t>：申請方式大藍標</a:t>
            </a:r>
            <a:endParaRPr lang="en-US" altLang="zh-TW" dirty="0"/>
          </a:p>
          <a:p>
            <a:r>
              <a:rPr lang="en-US" altLang="zh-TW" dirty="0"/>
              <a:t>H4</a:t>
            </a:r>
            <a:r>
              <a:rPr lang="zh-TW" altLang="en-US" dirty="0"/>
              <a:t>：</a:t>
            </a:r>
            <a:r>
              <a:rPr lang="en-US" altLang="zh-TW" dirty="0"/>
              <a:t>01~04</a:t>
            </a:r>
            <a:r>
              <a:rPr lang="zh-TW" altLang="en-US" dirty="0"/>
              <a:t>標題</a:t>
            </a:r>
            <a:endParaRPr lang="en-US" altLang="zh-TW" dirty="0"/>
          </a:p>
          <a:p>
            <a:r>
              <a:rPr lang="en-US" altLang="zh-TW" dirty="0"/>
              <a:t>H2</a:t>
            </a:r>
            <a:r>
              <a:rPr lang="zh-TW" altLang="en-US" dirty="0"/>
              <a:t>：注意事項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5AAED35-BFAA-496B-2A9D-F0F3DAD1C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0568" y="0"/>
            <a:ext cx="37448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263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78F414-1FED-1909-DAD5-89B18EAF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Mobile</a:t>
            </a:r>
            <a:r>
              <a:rPr lang="zh-TW" altLang="en-US" dirty="0"/>
              <a:t>版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002F556-32F2-960A-B61E-B2C0B74753BD}"/>
              </a:ext>
            </a:extLst>
          </p:cNvPr>
          <p:cNvSpPr txBox="1"/>
          <p:nvPr/>
        </p:nvSpPr>
        <p:spPr>
          <a:xfrm>
            <a:off x="376562" y="1260517"/>
            <a:ext cx="675383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800</a:t>
            </a:r>
            <a:r>
              <a:rPr lang="zh-TW" altLang="en-US" dirty="0"/>
              <a:t>以下為</a:t>
            </a:r>
            <a:r>
              <a:rPr lang="en-US" altLang="zh-TW" dirty="0"/>
              <a:t>mobile</a:t>
            </a:r>
            <a:r>
              <a:rPr lang="zh-TW" altLang="en-US" dirty="0"/>
              <a:t>版斷點，</a:t>
            </a:r>
            <a:br>
              <a:rPr lang="en-US" altLang="zh-TW" dirty="0"/>
            </a:br>
            <a:r>
              <a:rPr lang="zh-TW" altLang="en-US" dirty="0"/>
              <a:t>以</a:t>
            </a:r>
            <a:r>
              <a:rPr lang="en-US" altLang="zh-TW" dirty="0"/>
              <a:t>800</a:t>
            </a:r>
            <a:r>
              <a:rPr lang="zh-TW" altLang="en-US" dirty="0"/>
              <a:t>為單位：主要內容寬</a:t>
            </a:r>
            <a:r>
              <a:rPr lang="en-US" altLang="zh-TW" dirty="0"/>
              <a:t>768px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以下內容為以</a:t>
            </a:r>
            <a:r>
              <a:rPr lang="en-US" altLang="zh-TW" dirty="0"/>
              <a:t>800px</a:t>
            </a:r>
            <a:r>
              <a:rPr lang="zh-TW" altLang="en-US" dirty="0"/>
              <a:t>為主</a:t>
            </a:r>
            <a:r>
              <a:rPr lang="zh-TW" altLang="en-US" dirty="0">
                <a:highlight>
                  <a:srgbClr val="FFFF00"/>
                </a:highlight>
              </a:rPr>
              <a:t>等比縮</a:t>
            </a:r>
            <a:r>
              <a:rPr lang="zh-TW" altLang="en-US" dirty="0"/>
              <a:t>：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一般系統字</a:t>
            </a:r>
            <a:r>
              <a:rPr lang="en-US" altLang="zh-TW" dirty="0"/>
              <a:t>&lt;body&gt;</a:t>
            </a:r>
            <a:r>
              <a:rPr lang="en-US" altLang="zh-TW" dirty="0">
                <a:solidFill>
                  <a:srgbClr val="FF0000"/>
                </a:solidFill>
              </a:rPr>
              <a:t>font-size:32px</a:t>
            </a:r>
            <a:r>
              <a:rPr lang="zh-TW" altLang="en-US" dirty="0">
                <a:solidFill>
                  <a:srgbClr val="FF0000"/>
                </a:solidFill>
              </a:rPr>
              <a:t>，以此為</a:t>
            </a:r>
            <a:r>
              <a:rPr lang="en-US" altLang="zh-TW" dirty="0">
                <a:solidFill>
                  <a:srgbClr val="FF0000"/>
                </a:solidFill>
              </a:rPr>
              <a:t>1EM</a:t>
            </a:r>
            <a:r>
              <a:rPr lang="zh-TW" altLang="en-US" dirty="0"/>
              <a:t>，</a:t>
            </a:r>
            <a:r>
              <a:rPr lang="en-US" altLang="zh-TW" dirty="0"/>
              <a:t>(</a:t>
            </a:r>
            <a:r>
              <a:rPr lang="zh-TW" altLang="en-US" dirty="0"/>
              <a:t>設計稿為</a:t>
            </a:r>
            <a:r>
              <a:rPr lang="en-US" altLang="zh-TW" dirty="0"/>
              <a:t>26PX)</a:t>
            </a:r>
            <a:br>
              <a:rPr lang="en-US" altLang="zh-TW" dirty="0"/>
            </a:br>
            <a:r>
              <a:rPr lang="zh-TW" altLang="en-US" dirty="0"/>
              <a:t>左右</a:t>
            </a:r>
            <a:r>
              <a:rPr lang="en-US" altLang="zh-TW" dirty="0"/>
              <a:t>padding:0.5em (</a:t>
            </a:r>
            <a:r>
              <a:rPr lang="zh-TW" altLang="en-US" dirty="0"/>
              <a:t>藍色背景的部分</a:t>
            </a:r>
            <a:r>
              <a:rPr lang="en-US" altLang="zh-TW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藍色字大標改：</a:t>
            </a:r>
            <a:r>
              <a:rPr lang="en-US" altLang="zh-TW" dirty="0"/>
              <a:t> 44px </a:t>
            </a:r>
            <a:r>
              <a:rPr lang="zh-TW" altLang="en-US" dirty="0"/>
              <a:t>其他未提及文字請等比例去調整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一般系統</a:t>
            </a:r>
            <a:r>
              <a:rPr lang="en-US" altLang="zh-TW" dirty="0"/>
              <a:t>/</a:t>
            </a:r>
            <a:r>
              <a:rPr lang="zh-TW" altLang="en-US" dirty="0"/>
              <a:t>表格文字改：</a:t>
            </a:r>
            <a:r>
              <a:rPr lang="en-US" altLang="zh-TW" dirty="0"/>
              <a:t>1em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灰底與白框間左右</a:t>
            </a:r>
            <a:r>
              <a:rPr lang="en-US" altLang="zh-TW" dirty="0"/>
              <a:t>padding</a:t>
            </a:r>
            <a:r>
              <a:rPr lang="zh-TW" altLang="en-US" dirty="0"/>
              <a:t>：</a:t>
            </a:r>
            <a:r>
              <a:rPr lang="en-US" altLang="zh-TW" dirty="0"/>
              <a:t>0.5em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依此類推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MOBILE</a:t>
            </a:r>
            <a:r>
              <a:rPr lang="zh-TW" altLang="en-US" dirty="0"/>
              <a:t> </a:t>
            </a:r>
            <a:r>
              <a:rPr lang="en-US" altLang="zh-TW" dirty="0"/>
              <a:t>TABLE</a:t>
            </a:r>
            <a:r>
              <a:rPr lang="zh-TW" altLang="en-US" dirty="0"/>
              <a:t>改排法，另一個同。</a:t>
            </a:r>
            <a:r>
              <a:rPr lang="en-US" altLang="zh-TW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/>
              <a:t>https://css-tricks.com/accessible-simple-responsive-tables/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4B3DF9C3-22FA-7797-AEB7-413055714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9553" y="147200"/>
            <a:ext cx="4021911" cy="6171806"/>
          </a:xfrm>
        </p:spPr>
      </p:pic>
      <p:graphicFrame>
        <p:nvGraphicFramePr>
          <p:cNvPr id="14" name="表格 14">
            <a:extLst>
              <a:ext uri="{FF2B5EF4-FFF2-40B4-BE49-F238E27FC236}">
                <a16:creationId xmlns:a16="http://schemas.microsoft.com/office/drawing/2014/main" id="{271A56B4-5202-3DC4-8885-E74F4E39E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7715162"/>
              </p:ext>
            </p:extLst>
          </p:nvPr>
        </p:nvGraphicFramePr>
        <p:xfrm>
          <a:off x="1135357" y="4663440"/>
          <a:ext cx="374264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2650">
                  <a:extLst>
                    <a:ext uri="{9D8B030D-6E8A-4147-A177-3AD203B41FA5}">
                      <a16:colId xmlns:a16="http://schemas.microsoft.com/office/drawing/2014/main" val="659978054"/>
                    </a:ext>
                  </a:extLst>
                </a:gridCol>
                <a:gridCol w="2259996">
                  <a:extLst>
                    <a:ext uri="{9D8B030D-6E8A-4147-A177-3AD203B41FA5}">
                      <a16:colId xmlns:a16="http://schemas.microsoft.com/office/drawing/2014/main" val="3005797704"/>
                    </a:ext>
                  </a:extLst>
                </a:gridCol>
              </a:tblGrid>
              <a:tr h="280545">
                <a:tc>
                  <a:txBody>
                    <a:bodyPr/>
                    <a:lstStyle/>
                    <a:p>
                      <a:r>
                        <a:rPr lang="zh-TW" altLang="en-US" dirty="0"/>
                        <a:t>幣別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/>
                        <a:t>減分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060074"/>
                  </a:ext>
                </a:extLst>
              </a:tr>
              <a:tr h="280545">
                <a:tc>
                  <a:txBody>
                    <a:bodyPr/>
                    <a:lstStyle/>
                    <a:p>
                      <a:r>
                        <a:rPr lang="zh-TW" altLang="en-US" dirty="0"/>
                        <a:t>美元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</a:t>
                      </a:r>
                      <a:r>
                        <a:rPr lang="zh-TW" altLang="en-US" dirty="0"/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575622"/>
                  </a:ext>
                </a:extLst>
              </a:tr>
              <a:tr h="280545">
                <a:tc>
                  <a:txBody>
                    <a:bodyPr/>
                    <a:lstStyle/>
                    <a:p>
                      <a:r>
                        <a:rPr lang="zh-TW" altLang="en-US" dirty="0"/>
                        <a:t>人民幣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0.63</a:t>
                      </a:r>
                      <a:r>
                        <a:rPr lang="zh-TW" altLang="en-US" dirty="0"/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4392735"/>
                  </a:ext>
                </a:extLst>
              </a:tr>
              <a:tr h="280545">
                <a:tc>
                  <a:txBody>
                    <a:bodyPr/>
                    <a:lstStyle/>
                    <a:p>
                      <a:r>
                        <a:rPr lang="zh-TW" altLang="en-US" dirty="0"/>
                        <a:t>日圓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0.06</a:t>
                      </a:r>
                      <a:r>
                        <a:rPr lang="zh-TW" altLang="en-US" dirty="0"/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182894"/>
                  </a:ext>
                </a:extLst>
              </a:tr>
              <a:tr h="280545">
                <a:tc>
                  <a:txBody>
                    <a:bodyPr/>
                    <a:lstStyle/>
                    <a:p>
                      <a:r>
                        <a:rPr lang="zh-TW" altLang="en-US" dirty="0"/>
                        <a:t>歐元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6</a:t>
                      </a:r>
                      <a:r>
                        <a:rPr lang="zh-TW" altLang="en-US" dirty="0"/>
                        <a:t>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1710105"/>
                  </a:ext>
                </a:extLst>
              </a:tr>
              <a:tr h="280545">
                <a:tc>
                  <a:txBody>
                    <a:bodyPr/>
                    <a:lstStyle/>
                    <a:p>
                      <a:r>
                        <a:rPr lang="zh-TW" altLang="en-US" dirty="0"/>
                        <a:t>港幣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699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972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192</Words>
  <Application>Microsoft Office PowerPoint</Application>
  <PresentationFormat>寬螢幕</PresentationFormat>
  <Paragraphs>34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佈景主題</vt:lpstr>
      <vt:lpstr>desktop</vt:lpstr>
      <vt:lpstr>Mobile版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desktop</dc:title>
  <dc:creator>王惇瑤-數位應用部-永豐銀行</dc:creator>
  <cp:lastModifiedBy>王惇瑤-數位應用部-永豐銀行</cp:lastModifiedBy>
  <cp:revision>5</cp:revision>
  <dcterms:created xsi:type="dcterms:W3CDTF">2024-05-10T09:21:55Z</dcterms:created>
  <dcterms:modified xsi:type="dcterms:W3CDTF">2024-05-13T01:37:23Z</dcterms:modified>
</cp:coreProperties>
</file>